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zzari, Jennifer M., Ph.D." userId="53e2bf84-04ba-418a-8dc7-25cac045dcf9" providerId="ADAL" clId="{EC33F36C-51EE-47FA-97B0-AEF2DEA5B8FD}"/>
    <pc:docChg chg="delSld modSld">
      <pc:chgData name="Fazzari, Jennifer M., Ph.D." userId="53e2bf84-04ba-418a-8dc7-25cac045dcf9" providerId="ADAL" clId="{EC33F36C-51EE-47FA-97B0-AEF2DEA5B8FD}" dt="2026-04-28T03:34:20.250" v="10" actId="20577"/>
      <pc:docMkLst>
        <pc:docMk/>
      </pc:docMkLst>
      <pc:sldChg chg="del">
        <pc:chgData name="Fazzari, Jennifer M., Ph.D." userId="53e2bf84-04ba-418a-8dc7-25cac045dcf9" providerId="ADAL" clId="{EC33F36C-51EE-47FA-97B0-AEF2DEA5B8FD}" dt="2026-04-28T03:34:07.558" v="0" actId="47"/>
        <pc:sldMkLst>
          <pc:docMk/>
          <pc:sldMk cId="807768276" sldId="256"/>
        </pc:sldMkLst>
      </pc:sldChg>
      <pc:sldChg chg="del">
        <pc:chgData name="Fazzari, Jennifer M., Ph.D." userId="53e2bf84-04ba-418a-8dc7-25cac045dcf9" providerId="ADAL" clId="{EC33F36C-51EE-47FA-97B0-AEF2DEA5B8FD}" dt="2026-04-28T03:34:07.558" v="0" actId="47"/>
        <pc:sldMkLst>
          <pc:docMk/>
          <pc:sldMk cId="2931981117" sldId="257"/>
        </pc:sldMkLst>
      </pc:sldChg>
      <pc:sldChg chg="del">
        <pc:chgData name="Fazzari, Jennifer M., Ph.D." userId="53e2bf84-04ba-418a-8dc7-25cac045dcf9" providerId="ADAL" clId="{EC33F36C-51EE-47FA-97B0-AEF2DEA5B8FD}" dt="2026-04-28T03:34:07.558" v="0" actId="47"/>
        <pc:sldMkLst>
          <pc:docMk/>
          <pc:sldMk cId="2975546949" sldId="258"/>
        </pc:sldMkLst>
      </pc:sldChg>
      <pc:sldChg chg="del">
        <pc:chgData name="Fazzari, Jennifer M., Ph.D." userId="53e2bf84-04ba-418a-8dc7-25cac045dcf9" providerId="ADAL" clId="{EC33F36C-51EE-47FA-97B0-AEF2DEA5B8FD}" dt="2026-04-28T03:34:07.558" v="0" actId="47"/>
        <pc:sldMkLst>
          <pc:docMk/>
          <pc:sldMk cId="664362082" sldId="259"/>
        </pc:sldMkLst>
      </pc:sldChg>
      <pc:sldChg chg="modSp mod">
        <pc:chgData name="Fazzari, Jennifer M., Ph.D." userId="53e2bf84-04ba-418a-8dc7-25cac045dcf9" providerId="ADAL" clId="{EC33F36C-51EE-47FA-97B0-AEF2DEA5B8FD}" dt="2026-04-28T03:34:11.940" v="2" actId="20577"/>
        <pc:sldMkLst>
          <pc:docMk/>
          <pc:sldMk cId="1371300365" sldId="262"/>
        </pc:sldMkLst>
        <pc:spChg chg="mod">
          <ac:chgData name="Fazzari, Jennifer M., Ph.D." userId="53e2bf84-04ba-418a-8dc7-25cac045dcf9" providerId="ADAL" clId="{EC33F36C-51EE-47FA-97B0-AEF2DEA5B8FD}" dt="2026-04-28T03:34:11.940" v="2" actId="20577"/>
          <ac:spMkLst>
            <pc:docMk/>
            <pc:sldMk cId="1371300365" sldId="262"/>
            <ac:spMk id="2" creationId="{7ADA7D3C-E272-5B58-2C95-519863D3D9A3}"/>
          </ac:spMkLst>
        </pc:spChg>
      </pc:sldChg>
      <pc:sldChg chg="modSp mod">
        <pc:chgData name="Fazzari, Jennifer M., Ph.D." userId="53e2bf84-04ba-418a-8dc7-25cac045dcf9" providerId="ADAL" clId="{EC33F36C-51EE-47FA-97B0-AEF2DEA5B8FD}" dt="2026-04-28T03:34:16.932" v="8" actId="20577"/>
        <pc:sldMkLst>
          <pc:docMk/>
          <pc:sldMk cId="2532762100" sldId="263"/>
        </pc:sldMkLst>
        <pc:spChg chg="mod">
          <ac:chgData name="Fazzari, Jennifer M., Ph.D." userId="53e2bf84-04ba-418a-8dc7-25cac045dcf9" providerId="ADAL" clId="{EC33F36C-51EE-47FA-97B0-AEF2DEA5B8FD}" dt="2026-04-28T03:34:16.932" v="8" actId="20577"/>
          <ac:spMkLst>
            <pc:docMk/>
            <pc:sldMk cId="2532762100" sldId="263"/>
            <ac:spMk id="2" creationId="{DC55F819-1C03-D514-BA35-6A6B56E2568F}"/>
          </ac:spMkLst>
        </pc:spChg>
      </pc:sldChg>
      <pc:sldChg chg="modSp mod">
        <pc:chgData name="Fazzari, Jennifer M., Ph.D." userId="53e2bf84-04ba-418a-8dc7-25cac045dcf9" providerId="ADAL" clId="{EC33F36C-51EE-47FA-97B0-AEF2DEA5B8FD}" dt="2026-04-28T03:34:20.250" v="10" actId="20577"/>
        <pc:sldMkLst>
          <pc:docMk/>
          <pc:sldMk cId="1516387155" sldId="264"/>
        </pc:sldMkLst>
        <pc:spChg chg="mod">
          <ac:chgData name="Fazzari, Jennifer M., Ph.D." userId="53e2bf84-04ba-418a-8dc7-25cac045dcf9" providerId="ADAL" clId="{EC33F36C-51EE-47FA-97B0-AEF2DEA5B8FD}" dt="2026-04-28T03:34:20.250" v="10" actId="20577"/>
          <ac:spMkLst>
            <pc:docMk/>
            <pc:sldMk cId="1516387155" sldId="264"/>
            <ac:spMk id="2" creationId="{A049A932-A19F-BBDE-66EC-C546F394F58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7BF0C-27C2-FC8A-DC0F-D331192B7E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3BBB61-C9BF-7EE5-238B-911644AD5A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F6718-C497-89C3-650C-2B79A479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25C13-C3C4-4637-BBC0-7E55BB2780A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33C3B-3BC7-472F-3CF8-3A164C30A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9D3F0-D913-B51B-8121-E2A142913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B6C39-76A6-46F3-8CF6-263BDD011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294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C5EE5-40A6-8024-6CCA-939051B4D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5F01F-1CAF-3AAF-F621-0514AB7AC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5AAF3-95AD-955F-4F52-18F49210B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25C13-C3C4-4637-BBC0-7E55BB2780A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662B7-9C12-964F-400E-62A3167F6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5ACE5-2CDC-9D0D-3C58-E9FC435AD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B6C39-76A6-46F3-8CF6-263BDD011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160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515BA-658D-E133-5308-47F60DFFE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DCABB-B1C1-1B6A-1AEE-592EDD63F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5D741-B5E9-0304-F67F-7969C6960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25C13-C3C4-4637-BBC0-7E55BB2780A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0E5E7-7087-B8B7-47F9-CAA120EB6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0587C-803B-B74A-7ECE-66AD585F0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B6C39-76A6-46F3-8CF6-263BDD011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446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E90CF-EA92-A080-776C-DE9BFDA26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09227-2C58-6B32-791D-88486EDE91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3E1C03-57B5-5DA2-CE53-CB6B44A05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663B36-1267-566D-804C-7C344F0B0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25C13-C3C4-4637-BBC0-7E55BB2780A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0E696D-20C5-C3B5-9494-C8105AED4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305CF4-0034-36E1-3145-752A63D8B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B6C39-76A6-46F3-8CF6-263BDD011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18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1B72C-EB91-84F1-A8AC-276BAAB73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56730-F140-499F-0587-8DC6D8F43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5BDF06-78E0-BB40-F32C-F8A2F57809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DE8A-0066-C78A-3BC7-35DE90CAE5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A7202D-2A7B-2B8B-0157-78ABBE6EA5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FFE59C-5F32-9DD5-D3BD-1A8C911BF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25C13-C3C4-4637-BBC0-7E55BB2780A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9F6FB-9426-DF0E-0DC1-FFBAC6630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216F03-9AA4-6CD1-E534-31CD4FE2F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B6C39-76A6-46F3-8CF6-263BDD011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554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81F59-FA81-F146-DAB4-D5F51CD17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52B985-4A7A-4002-4007-CA45677A5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25C13-C3C4-4637-BBC0-7E55BB2780A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A03595-A248-2D3F-C3E8-4941B6BF8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8069A6-BEAF-EBB3-C469-16CC217A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B6C39-76A6-46F3-8CF6-263BDD011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65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E98764-D2A9-A038-CD8C-9B5FD5E87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25C13-C3C4-4637-BBC0-7E55BB2780A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26CA1-7E3C-6BD9-DEC2-642278895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AA6EC-5E82-E033-FC53-FC3B0DC63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B6C39-76A6-46F3-8CF6-263BDD011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604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DFEB8-A738-7627-DE4A-64E2A4CC0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96D12-6E0C-74B7-0BF5-F3CC3F8CA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214732-E82C-B208-1A4F-4D2A54A3B6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1D5C09-7142-0EFB-E4D3-3554DB113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25C13-C3C4-4637-BBC0-7E55BB2780A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367849-44BD-0F2C-B121-4A61D392B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B3DE0D-A099-F5B0-3DE4-80C2688D0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B6C39-76A6-46F3-8CF6-263BDD011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729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35C6E-F297-D62E-C12C-EBB68B83D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B14602-F23D-2CE2-B0C9-26C4094BD9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95F816-378B-E6C0-D022-4962CCCF6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2CE158-9983-68C5-5585-5C644C580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25C13-C3C4-4637-BBC0-7E55BB2780A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250AF8-A32A-1C91-6477-9ABE43389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3E08F9-1A84-4951-7A99-74561DC58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B6C39-76A6-46F3-8CF6-263BDD011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272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F3934-8AC9-4AF9-D91A-1D0226C33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F62B0B-F2F7-CAAA-D021-449377BDBF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C0E67-F50E-7FFF-5251-4D155BD11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25C13-C3C4-4637-BBC0-7E55BB2780A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26058-C645-4CB9-73AF-F131A4DF9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8BC26-C5D7-EDB4-1CF4-49E682C92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B6C39-76A6-46F3-8CF6-263BDD011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555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DE9254-C158-D919-8315-29C9002106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2D274C-468A-43BB-9F20-1B1ACAEB3F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226C1-0878-7F1E-780D-EE3BC9D36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25C13-C3C4-4637-BBC0-7E55BB2780A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03C52-F8DB-9435-56AD-C28B12F8F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3BF61-831A-3DAB-BD47-CDF18F694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B6C39-76A6-46F3-8CF6-263BDD011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07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EA3CAD-B403-D205-1E7B-7CC67918A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41888-743D-8B17-A52B-579C24457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4CDAB-9385-0784-261F-1040CA9134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525C13-C3C4-4637-BBC0-7E55BB2780A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A458C-4567-B5D5-03E4-12535664C3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28DEE-98F3-734F-E2DA-4B0E1787EB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DB6C39-76A6-46F3-8CF6-263BDD011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948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8EE6F9-E991-A7DB-236E-53B091860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CosMX</a:t>
            </a:r>
            <a:r>
              <a:rPr lang="en-US" dirty="0"/>
              <a:t> Run 2- </a:t>
            </a:r>
            <a:r>
              <a:rPr lang="el-GR" dirty="0"/>
              <a:t>γ</a:t>
            </a:r>
            <a:r>
              <a:rPr lang="en-US" dirty="0"/>
              <a:t>H2AX + FOVs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6FF5CF-CB8C-989A-B4DA-1692A1D83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4T1 </a:t>
            </a:r>
            <a:r>
              <a:rPr lang="en-US" dirty="0" err="1"/>
              <a:t>Timecourse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698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DC47B-C814-6734-CCCB-83B1D7A39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1 #34 MBRT 2d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34CE32-A7E3-0254-F706-E1FB29A08D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83" t="37285" r="22052" b="34046"/>
          <a:stretch>
            <a:fillRect/>
          </a:stretch>
        </p:blipFill>
        <p:spPr>
          <a:xfrm>
            <a:off x="512954" y="1802353"/>
            <a:ext cx="6047679" cy="4924537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6175B8FA-69A0-BAD5-BC11-57DEBDC8BC2B}"/>
              </a:ext>
            </a:extLst>
          </p:cNvPr>
          <p:cNvGrpSpPr/>
          <p:nvPr/>
        </p:nvGrpSpPr>
        <p:grpSpPr>
          <a:xfrm>
            <a:off x="6588730" y="2065140"/>
            <a:ext cx="6290092" cy="4398962"/>
            <a:chOff x="6133509" y="1950468"/>
            <a:chExt cx="6290092" cy="439896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FC4DD22-CDD0-DBA7-96BC-DF3FBFA60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40426" b="95106" l="42208" r="70455">
                          <a14:foregroundMark x1="43344" y1="58511" x2="43182" y2="63830"/>
                          <a14:foregroundMark x1="43182" y1="63830" x2="44968" y2="70851"/>
                          <a14:foregroundMark x1="44968" y1="70851" x2="46591" y2="72766"/>
                          <a14:foregroundMark x1="47403" y1="87872" x2="50162" y2="94043"/>
                          <a14:foregroundMark x1="50162" y1="94043" x2="55844" y2="92766"/>
                          <a14:foregroundMark x1="55844" y1="92766" x2="59416" y2="90213"/>
                          <a14:foregroundMark x1="59416" y1="90213" x2="60227" y2="88936"/>
                          <a14:foregroundMark x1="50000" y1="94043" x2="54221" y2="95106"/>
                          <a14:foregroundMark x1="54221" y1="95106" x2="56818" y2="93404"/>
                          <a14:foregroundMark x1="66558" y1="51915" x2="66396" y2="44255"/>
                          <a14:foregroundMark x1="66396" y1="44255" x2="60227" y2="41064"/>
                          <a14:foregroundMark x1="60227" y1="41064" x2="53896" y2="42979"/>
                          <a14:foregroundMark x1="68994" y1="68085" x2="69156" y2="76170"/>
                          <a14:foregroundMark x1="69156" y1="76170" x2="66883" y2="83617"/>
                          <a14:foregroundMark x1="66883" y1="83617" x2="63961" y2="88298"/>
                          <a14:foregroundMark x1="63961" y1="88298" x2="60552" y2="90638"/>
                          <a14:foregroundMark x1="66558" y1="83404" x2="68994" y2="74894"/>
                          <a14:foregroundMark x1="68994" y1="74894" x2="66396" y2="52340"/>
                          <a14:foregroundMark x1="54870" y1="42553" x2="53734" y2="42766"/>
                          <a14:foregroundMark x1="66234" y1="49149" x2="67857" y2="59149"/>
                          <a14:foregroundMark x1="69968" y1="75745" x2="68669" y2="61489"/>
                          <a14:foregroundMark x1="68669" y1="60851" x2="66883" y2="48723"/>
                          <a14:foregroundMark x1="60227" y1="40851" x2="64773" y2="42128"/>
                          <a14:foregroundMark x1="64773" y1="42128" x2="66396" y2="43617"/>
                          <a14:foregroundMark x1="59578" y1="40851" x2="54870" y2="41702"/>
                          <a14:foregroundMark x1="54870" y1="41702" x2="52760" y2="43404"/>
                          <a14:foregroundMark x1="50000" y1="48936" x2="52273" y2="43830"/>
                          <a14:foregroundMark x1="52273" y1="43830" x2="55844" y2="41277"/>
                          <a14:foregroundMark x1="55844" y1="41277" x2="55844" y2="41277"/>
                          <a14:foregroundMark x1="49838" y1="49362" x2="47078" y2="53830"/>
                          <a14:foregroundMark x1="47078" y1="53830" x2="45130" y2="54681"/>
                          <a14:foregroundMark x1="44805" y1="55106" x2="42208" y2="59149"/>
                          <a14:foregroundMark x1="42208" y1="59149" x2="42695" y2="64043"/>
                          <a14:foregroundMark x1="42695" y1="64043" x2="42695" y2="64255"/>
                          <a14:foregroundMark x1="43344" y1="65106" x2="44643" y2="71277"/>
                          <a14:foregroundMark x1="44643" y1="71277" x2="47565" y2="76383"/>
                          <a14:foregroundMark x1="47565" y1="76383" x2="48701" y2="77234"/>
                          <a14:foregroundMark x1="43019" y1="65532" x2="43182" y2="67021"/>
                          <a14:foregroundMark x1="47403" y1="91277" x2="47565" y2="86596"/>
                          <a14:foregroundMark x1="48539" y1="92553" x2="52110" y2="95106"/>
                          <a14:foregroundMark x1="47078" y1="87447" x2="47403" y2="89787"/>
                          <a14:foregroundMark x1="46753" y1="76170" x2="47240" y2="78723"/>
                          <a14:foregroundMark x1="62662" y1="89574" x2="58766" y2="91277"/>
                          <a14:foregroundMark x1="60390" y1="91277" x2="60390" y2="91277"/>
                        </a14:backgroundRemoval>
                      </a14:imgEffect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08" t="34778" r="25999" b="2487"/>
            <a:stretch>
              <a:fillRect/>
            </a:stretch>
          </p:blipFill>
          <p:spPr>
            <a:xfrm rot="5097433" flipV="1">
              <a:off x="6986280" y="1097697"/>
              <a:ext cx="4398962" cy="6104503"/>
            </a:xfrm>
            <a:prstGeom prst="rect">
              <a:avLst/>
            </a:prstGeom>
          </p:spPr>
        </p:pic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1752D45D-F771-00C2-4E8E-19B4E6DAE990}"/>
                </a:ext>
              </a:extLst>
            </p:cNvPr>
            <p:cNvSpPr/>
            <p:nvPr/>
          </p:nvSpPr>
          <p:spPr>
            <a:xfrm rot="18209853" flipH="1">
              <a:off x="7460970" y="3679480"/>
              <a:ext cx="480988" cy="2717626"/>
            </a:xfrm>
            <a:prstGeom prst="parallelogram">
              <a:avLst/>
            </a:prstGeom>
            <a:solidFill>
              <a:srgbClr val="FFC000">
                <a:alpha val="2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131C6AB6-7454-75EF-8067-6E6F48CA9F21}"/>
                </a:ext>
              </a:extLst>
            </p:cNvPr>
            <p:cNvSpPr/>
            <p:nvPr/>
          </p:nvSpPr>
          <p:spPr>
            <a:xfrm rot="18286933" flipH="1">
              <a:off x="8410829" y="2739925"/>
              <a:ext cx="480988" cy="4128117"/>
            </a:xfrm>
            <a:prstGeom prst="parallelogram">
              <a:avLst/>
            </a:prstGeom>
            <a:solidFill>
              <a:srgbClr val="FFC000">
                <a:alpha val="2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1881A8B0-051A-338A-D56F-8C61DDB07344}"/>
                </a:ext>
              </a:extLst>
            </p:cNvPr>
            <p:cNvSpPr/>
            <p:nvPr/>
          </p:nvSpPr>
          <p:spPr>
            <a:xfrm rot="18286933" flipH="1">
              <a:off x="8945267" y="2309684"/>
              <a:ext cx="480988" cy="4128117"/>
            </a:xfrm>
            <a:prstGeom prst="parallelogram">
              <a:avLst/>
            </a:prstGeom>
            <a:solidFill>
              <a:srgbClr val="FFC000">
                <a:alpha val="2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Parallelogram 33">
              <a:extLst>
                <a:ext uri="{FF2B5EF4-FFF2-40B4-BE49-F238E27FC236}">
                  <a16:creationId xmlns:a16="http://schemas.microsoft.com/office/drawing/2014/main" id="{28CA5E0E-A170-D4D0-48FF-5E477BF07153}"/>
                </a:ext>
              </a:extLst>
            </p:cNvPr>
            <p:cNvSpPr/>
            <p:nvPr/>
          </p:nvSpPr>
          <p:spPr>
            <a:xfrm rot="18286933" flipH="1">
              <a:off x="9485057" y="1728268"/>
              <a:ext cx="480988" cy="4128117"/>
            </a:xfrm>
            <a:prstGeom prst="parallelogram">
              <a:avLst/>
            </a:prstGeom>
            <a:solidFill>
              <a:srgbClr val="FFC000">
                <a:alpha val="2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Parallelogram 34">
              <a:extLst>
                <a:ext uri="{FF2B5EF4-FFF2-40B4-BE49-F238E27FC236}">
                  <a16:creationId xmlns:a16="http://schemas.microsoft.com/office/drawing/2014/main" id="{B8ABC807-F0DD-87AA-A89A-C6EC50732FF2}"/>
                </a:ext>
              </a:extLst>
            </p:cNvPr>
            <p:cNvSpPr/>
            <p:nvPr/>
          </p:nvSpPr>
          <p:spPr>
            <a:xfrm rot="18286933" flipH="1">
              <a:off x="10119049" y="1298026"/>
              <a:ext cx="480988" cy="4128117"/>
            </a:xfrm>
            <a:prstGeom prst="parallelogram">
              <a:avLst/>
            </a:prstGeom>
            <a:solidFill>
              <a:srgbClr val="FFC000">
                <a:alpha val="2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Parallelogram 35">
              <a:extLst>
                <a:ext uri="{FF2B5EF4-FFF2-40B4-BE49-F238E27FC236}">
                  <a16:creationId xmlns:a16="http://schemas.microsoft.com/office/drawing/2014/main" id="{9F7DBB36-544E-8660-9C74-3BB919D768C7}"/>
                </a:ext>
              </a:extLst>
            </p:cNvPr>
            <p:cNvSpPr/>
            <p:nvPr/>
          </p:nvSpPr>
          <p:spPr>
            <a:xfrm rot="18934387" flipH="1">
              <a:off x="11191244" y="2314497"/>
              <a:ext cx="480988" cy="1862726"/>
            </a:xfrm>
            <a:prstGeom prst="parallelogram">
              <a:avLst/>
            </a:prstGeom>
            <a:solidFill>
              <a:srgbClr val="FFC000">
                <a:alpha val="2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1" name="Parallelogram 80">
            <a:extLst>
              <a:ext uri="{FF2B5EF4-FFF2-40B4-BE49-F238E27FC236}">
                <a16:creationId xmlns:a16="http://schemas.microsoft.com/office/drawing/2014/main" id="{CDA6582F-8F3F-EF1A-EA6D-26A9F71B2289}"/>
              </a:ext>
            </a:extLst>
          </p:cNvPr>
          <p:cNvSpPr/>
          <p:nvPr/>
        </p:nvSpPr>
        <p:spPr>
          <a:xfrm rot="18209853" flipH="1">
            <a:off x="1951901" y="3889577"/>
            <a:ext cx="480988" cy="2717626"/>
          </a:xfrm>
          <a:prstGeom prst="parallelogram">
            <a:avLst/>
          </a:prstGeom>
          <a:solidFill>
            <a:srgbClr val="FFC000">
              <a:alpha val="2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Parallelogram 81">
            <a:extLst>
              <a:ext uri="{FF2B5EF4-FFF2-40B4-BE49-F238E27FC236}">
                <a16:creationId xmlns:a16="http://schemas.microsoft.com/office/drawing/2014/main" id="{129DEEFA-F1A3-01ED-64F7-BB6D47C1AE9A}"/>
              </a:ext>
            </a:extLst>
          </p:cNvPr>
          <p:cNvSpPr/>
          <p:nvPr/>
        </p:nvSpPr>
        <p:spPr>
          <a:xfrm rot="18286933" flipH="1">
            <a:off x="2901760" y="2950022"/>
            <a:ext cx="480988" cy="4128117"/>
          </a:xfrm>
          <a:prstGeom prst="parallelogram">
            <a:avLst/>
          </a:prstGeom>
          <a:solidFill>
            <a:srgbClr val="FFC000">
              <a:alpha val="2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Parallelogram 82">
            <a:extLst>
              <a:ext uri="{FF2B5EF4-FFF2-40B4-BE49-F238E27FC236}">
                <a16:creationId xmlns:a16="http://schemas.microsoft.com/office/drawing/2014/main" id="{4775332D-1D6E-2196-9CBE-568743A154FB}"/>
              </a:ext>
            </a:extLst>
          </p:cNvPr>
          <p:cNvSpPr/>
          <p:nvPr/>
        </p:nvSpPr>
        <p:spPr>
          <a:xfrm rot="18286933" flipH="1">
            <a:off x="3436198" y="2519781"/>
            <a:ext cx="480988" cy="4128117"/>
          </a:xfrm>
          <a:prstGeom prst="parallelogram">
            <a:avLst/>
          </a:prstGeom>
          <a:solidFill>
            <a:srgbClr val="FFC000">
              <a:alpha val="2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Parallelogram 83">
            <a:extLst>
              <a:ext uri="{FF2B5EF4-FFF2-40B4-BE49-F238E27FC236}">
                <a16:creationId xmlns:a16="http://schemas.microsoft.com/office/drawing/2014/main" id="{D42F130B-5E07-B06F-7339-0A8EDA19B569}"/>
              </a:ext>
            </a:extLst>
          </p:cNvPr>
          <p:cNvSpPr/>
          <p:nvPr/>
        </p:nvSpPr>
        <p:spPr>
          <a:xfrm rot="18286933" flipH="1">
            <a:off x="3975988" y="1938365"/>
            <a:ext cx="480988" cy="4128117"/>
          </a:xfrm>
          <a:prstGeom prst="parallelogram">
            <a:avLst/>
          </a:prstGeom>
          <a:solidFill>
            <a:srgbClr val="FFC000">
              <a:alpha val="2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Parallelogram 84">
            <a:extLst>
              <a:ext uri="{FF2B5EF4-FFF2-40B4-BE49-F238E27FC236}">
                <a16:creationId xmlns:a16="http://schemas.microsoft.com/office/drawing/2014/main" id="{FEC21C84-0C61-C1E4-A63E-B7B72DB39674}"/>
              </a:ext>
            </a:extLst>
          </p:cNvPr>
          <p:cNvSpPr/>
          <p:nvPr/>
        </p:nvSpPr>
        <p:spPr>
          <a:xfrm rot="18286933" flipH="1">
            <a:off x="4609980" y="1508123"/>
            <a:ext cx="480988" cy="4128117"/>
          </a:xfrm>
          <a:prstGeom prst="parallelogram">
            <a:avLst/>
          </a:prstGeom>
          <a:solidFill>
            <a:srgbClr val="FFC000">
              <a:alpha val="2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Parallelogram 85">
            <a:extLst>
              <a:ext uri="{FF2B5EF4-FFF2-40B4-BE49-F238E27FC236}">
                <a16:creationId xmlns:a16="http://schemas.microsoft.com/office/drawing/2014/main" id="{D8FBAB8E-ABC6-92B7-ABF4-C96B20C7C70B}"/>
              </a:ext>
            </a:extLst>
          </p:cNvPr>
          <p:cNvSpPr/>
          <p:nvPr/>
        </p:nvSpPr>
        <p:spPr>
          <a:xfrm rot="18934387" flipH="1">
            <a:off x="5682175" y="2524594"/>
            <a:ext cx="480988" cy="1862726"/>
          </a:xfrm>
          <a:prstGeom prst="parallelogram">
            <a:avLst/>
          </a:prstGeom>
          <a:solidFill>
            <a:srgbClr val="FFC000">
              <a:alpha val="2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371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A7D3C-E272-5B58-2C95-519863D3D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2 #35 MBRT 2d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F5410C-CBBF-4463-FFF5-10284EBC9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93" t="42814" b="23735"/>
          <a:stretch>
            <a:fillRect/>
          </a:stretch>
        </p:blipFill>
        <p:spPr>
          <a:xfrm>
            <a:off x="413658" y="1723894"/>
            <a:ext cx="5486628" cy="45734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DD86D9E-0526-E691-1FD8-A647619AE9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09" b="64681" l="30682" r="64935">
                        <a14:foregroundMark x1="35552" y1="59149" x2="43506" y2="61489"/>
                        <a14:foregroundMark x1="43506" y1="61489" x2="43506" y2="61489"/>
                        <a14:foregroundMark x1="35552" y1="41064" x2="35552" y2="29149"/>
                        <a14:foregroundMark x1="35552" y1="29149" x2="43019" y2="17872"/>
                        <a14:foregroundMark x1="43019" y1="17872" x2="64123" y2="31064"/>
                        <a14:foregroundMark x1="54870" y1="63617" x2="59740" y2="55319"/>
                        <a14:foregroundMark x1="59740" y1="55319" x2="59740" y2="57021"/>
                        <a14:foregroundMark x1="60714" y1="50638" x2="63636" y2="45106"/>
                        <a14:foregroundMark x1="30682" y1="58298" x2="34903" y2="58723"/>
                        <a14:foregroundMark x1="43182" y1="62128" x2="49351" y2="61489"/>
                        <a14:foregroundMark x1="34740" y1="31489" x2="37338" y2="21277"/>
                        <a14:foregroundMark x1="37338" y1="21277" x2="44318" y2="17021"/>
                        <a14:foregroundMark x1="44318" y1="17021" x2="53247" y2="21064"/>
                        <a14:foregroundMark x1="53247" y1="21064" x2="55357" y2="24468"/>
                        <a14:foregroundMark x1="57955" y1="24681" x2="56656" y2="24255"/>
                        <a14:foregroundMark x1="58929" y1="25745" x2="57630" y2="24468"/>
                        <a14:foregroundMark x1="64286" y1="46170" x2="63149" y2="44255"/>
                        <a14:foregroundMark x1="65097" y1="33617" x2="62662" y2="39149"/>
                        <a14:foregroundMark x1="64448" y1="30426" x2="59578" y2="27660"/>
                        <a14:foregroundMark x1="59253" y1="58723" x2="58766" y2="59787"/>
                        <a14:foregroundMark x1="55844" y1="64681" x2="46916" y2="60213"/>
                        <a14:foregroundMark x1="46916" y1="60213" x2="43344" y2="60000"/>
                        <a14:foregroundMark x1="64610" y1="35532" x2="62987" y2="50000"/>
                        <a14:foregroundMark x1="62987" y1="50000" x2="61688" y2="51277"/>
                        <a14:foregroundMark x1="63799" y1="48511" x2="64610" y2="43617"/>
                        <a14:foregroundMark x1="33604" y1="59787" x2="37987" y2="62766"/>
                        <a14:foregroundMark x1="37987" y1="62766" x2="41396" y2="61915"/>
                        <a14:foregroundMark x1="40422" y1="63191" x2="48377" y2="61489"/>
                        <a14:foregroundMark x1="48377" y1="61489" x2="49838" y2="60213"/>
                        <a14:foregroundMark x1="36851" y1="54894" x2="35877" y2="41702"/>
                        <a14:foregroundMark x1="34091" y1="25957" x2="36688" y2="20426"/>
                        <a14:foregroundMark x1="36688" y1="20426" x2="36688" y2="202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3943" t="15553" r="33943" b="30017"/>
          <a:stretch>
            <a:fillRect/>
          </a:stretch>
        </p:blipFill>
        <p:spPr>
          <a:xfrm rot="5225319" flipH="1">
            <a:off x="7081168" y="1700220"/>
            <a:ext cx="3573247" cy="4620761"/>
          </a:xfrm>
          <a:prstGeom prst="rect">
            <a:avLst/>
          </a:prstGeom>
        </p:spPr>
      </p:pic>
      <p:sp>
        <p:nvSpPr>
          <p:cNvPr id="7" name="Parallelogram 6">
            <a:extLst>
              <a:ext uri="{FF2B5EF4-FFF2-40B4-BE49-F238E27FC236}">
                <a16:creationId xmlns:a16="http://schemas.microsoft.com/office/drawing/2014/main" id="{F17BE57F-0346-0060-6155-4CAD02EDE2D3}"/>
              </a:ext>
            </a:extLst>
          </p:cNvPr>
          <p:cNvSpPr/>
          <p:nvPr/>
        </p:nvSpPr>
        <p:spPr>
          <a:xfrm rot="857553" flipH="1">
            <a:off x="10343132" y="3504103"/>
            <a:ext cx="552169" cy="2452975"/>
          </a:xfrm>
          <a:prstGeom prst="parallelogram">
            <a:avLst/>
          </a:prstGeom>
          <a:solidFill>
            <a:srgbClr val="FFC000">
              <a:alpha val="2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CF2BC5F6-5B78-C40F-CE00-E0026A45E212}"/>
              </a:ext>
            </a:extLst>
          </p:cNvPr>
          <p:cNvSpPr/>
          <p:nvPr/>
        </p:nvSpPr>
        <p:spPr>
          <a:xfrm rot="566680" flipH="1">
            <a:off x="9555829" y="2626060"/>
            <a:ext cx="552169" cy="3157438"/>
          </a:xfrm>
          <a:prstGeom prst="parallelogram">
            <a:avLst/>
          </a:prstGeom>
          <a:solidFill>
            <a:srgbClr val="FFC000">
              <a:alpha val="2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31510362-2ED3-3AC6-6669-151594A2A201}"/>
              </a:ext>
            </a:extLst>
          </p:cNvPr>
          <p:cNvSpPr/>
          <p:nvPr/>
        </p:nvSpPr>
        <p:spPr>
          <a:xfrm rot="573354" flipH="1">
            <a:off x="8591706" y="2348724"/>
            <a:ext cx="552169" cy="3434561"/>
          </a:xfrm>
          <a:prstGeom prst="parallelogram">
            <a:avLst/>
          </a:prstGeom>
          <a:solidFill>
            <a:srgbClr val="FFC000">
              <a:alpha val="2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43B432C-F516-A6A5-2273-92F998DBDF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09" b="64681" l="30682" r="64935">
                        <a14:foregroundMark x1="35552" y1="59149" x2="43506" y2="61489"/>
                        <a14:foregroundMark x1="43506" y1="61489" x2="43506" y2="61489"/>
                        <a14:foregroundMark x1="35552" y1="41064" x2="35552" y2="29149"/>
                        <a14:foregroundMark x1="35552" y1="29149" x2="43019" y2="17872"/>
                        <a14:foregroundMark x1="43019" y1="17872" x2="64123" y2="31064"/>
                        <a14:foregroundMark x1="54870" y1="63617" x2="59740" y2="55319"/>
                        <a14:foregroundMark x1="59740" y1="55319" x2="59740" y2="57021"/>
                        <a14:foregroundMark x1="60714" y1="50638" x2="63636" y2="45106"/>
                        <a14:foregroundMark x1="30682" y1="58298" x2="34903" y2="58723"/>
                        <a14:foregroundMark x1="43182" y1="62128" x2="49351" y2="61489"/>
                        <a14:foregroundMark x1="34740" y1="31489" x2="37338" y2="21277"/>
                        <a14:foregroundMark x1="37338" y1="21277" x2="44318" y2="17021"/>
                        <a14:foregroundMark x1="44318" y1="17021" x2="53247" y2="21064"/>
                        <a14:foregroundMark x1="53247" y1="21064" x2="55357" y2="24468"/>
                        <a14:foregroundMark x1="57955" y1="24681" x2="56656" y2="24255"/>
                        <a14:foregroundMark x1="58929" y1="25745" x2="57630" y2="24468"/>
                        <a14:foregroundMark x1="64286" y1="46170" x2="63149" y2="44255"/>
                        <a14:foregroundMark x1="65097" y1="33617" x2="62662" y2="39149"/>
                        <a14:foregroundMark x1="64448" y1="30426" x2="59578" y2="27660"/>
                        <a14:foregroundMark x1="59253" y1="58723" x2="58766" y2="59787"/>
                        <a14:foregroundMark x1="55844" y1="64681" x2="46916" y2="60213"/>
                        <a14:foregroundMark x1="46916" y1="60213" x2="43344" y2="60000"/>
                        <a14:foregroundMark x1="64610" y1="35532" x2="62987" y2="50000"/>
                        <a14:foregroundMark x1="62987" y1="50000" x2="61688" y2="51277"/>
                        <a14:foregroundMark x1="63799" y1="48511" x2="64610" y2="43617"/>
                        <a14:foregroundMark x1="33604" y1="59787" x2="37987" y2="62766"/>
                        <a14:foregroundMark x1="37987" y1="62766" x2="41396" y2="61915"/>
                        <a14:foregroundMark x1="40422" y1="63191" x2="48377" y2="61489"/>
                        <a14:foregroundMark x1="48377" y1="61489" x2="49838" y2="60213"/>
                        <a14:foregroundMark x1="36851" y1="54894" x2="35877" y2="41702"/>
                        <a14:foregroundMark x1="34091" y1="25957" x2="36688" y2="20426"/>
                        <a14:foregroundMark x1="36688" y1="20426" x2="36688" y2="202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3943" t="15553" r="33943" b="30017"/>
          <a:stretch>
            <a:fillRect/>
          </a:stretch>
        </p:blipFill>
        <p:spPr>
          <a:xfrm rot="5225319" flipH="1">
            <a:off x="1661122" y="1666066"/>
            <a:ext cx="3573247" cy="4620761"/>
          </a:xfrm>
          <a:prstGeom prst="rect">
            <a:avLst/>
          </a:prstGeom>
        </p:spPr>
      </p:pic>
      <p:sp>
        <p:nvSpPr>
          <p:cNvPr id="16" name="Parallelogram 15">
            <a:extLst>
              <a:ext uri="{FF2B5EF4-FFF2-40B4-BE49-F238E27FC236}">
                <a16:creationId xmlns:a16="http://schemas.microsoft.com/office/drawing/2014/main" id="{D3B09E68-3B3A-05FA-4263-DB6783495786}"/>
              </a:ext>
            </a:extLst>
          </p:cNvPr>
          <p:cNvSpPr/>
          <p:nvPr/>
        </p:nvSpPr>
        <p:spPr>
          <a:xfrm rot="857553" flipH="1">
            <a:off x="4923086" y="3469949"/>
            <a:ext cx="552169" cy="2452975"/>
          </a:xfrm>
          <a:prstGeom prst="parallelogram">
            <a:avLst/>
          </a:prstGeom>
          <a:solidFill>
            <a:srgbClr val="FFC000">
              <a:alpha val="2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AC9DF736-33FE-0140-9E8B-96CD600014A7}"/>
              </a:ext>
            </a:extLst>
          </p:cNvPr>
          <p:cNvSpPr/>
          <p:nvPr/>
        </p:nvSpPr>
        <p:spPr>
          <a:xfrm rot="566680" flipH="1">
            <a:off x="4135783" y="2591906"/>
            <a:ext cx="552169" cy="3157438"/>
          </a:xfrm>
          <a:prstGeom prst="parallelogram">
            <a:avLst/>
          </a:prstGeom>
          <a:solidFill>
            <a:srgbClr val="FFC000">
              <a:alpha val="2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43FD2382-5AB2-2743-E935-DA00EEC250DE}"/>
              </a:ext>
            </a:extLst>
          </p:cNvPr>
          <p:cNvSpPr/>
          <p:nvPr/>
        </p:nvSpPr>
        <p:spPr>
          <a:xfrm rot="573354" flipH="1">
            <a:off x="3171660" y="2314570"/>
            <a:ext cx="552169" cy="3434561"/>
          </a:xfrm>
          <a:prstGeom prst="parallelogram">
            <a:avLst/>
          </a:prstGeom>
          <a:solidFill>
            <a:srgbClr val="FFC000">
              <a:alpha val="2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300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5F819-1C03-D514-BA35-6A6B56E25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3 #19 MBRT 4hrs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4E186C-D7A0-7568-6211-A27E678174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915" b="74043" l="34091" r="60877">
                        <a14:foregroundMark x1="43344" y1="74043" x2="47727" y2="70000"/>
                        <a14:foregroundMark x1="47727" y1="70000" x2="56656" y2="65957"/>
                        <a14:foregroundMark x1="56656" y1="65957" x2="60877" y2="60213"/>
                        <a14:foregroundMark x1="60877" y1="60213" x2="62825" y2="54468"/>
                        <a14:foregroundMark x1="57084" y1="47136" x2="56494" y2="46383"/>
                        <a14:foregroundMark x1="62825" y1="54468" x2="57994" y2="48298"/>
                        <a14:foregroundMark x1="57269" y1="41501" x2="57305" y2="41277"/>
                        <a14:foregroundMark x1="60395" y1="38318" x2="61526" y2="37234"/>
                        <a14:foregroundMark x1="57326" y1="34998" x2="51136" y2="31702"/>
                        <a14:foregroundMark x1="61526" y1="37234" x2="57965" y2="35338"/>
                        <a14:foregroundMark x1="49644" y1="34158" x2="49101" y2="35052"/>
                        <a14:foregroundMark x1="51136" y1="31702" x2="49792" y2="33915"/>
                        <a14:foregroundMark x1="43871" y1="43285" x2="39610" y2="44681"/>
                        <a14:foregroundMark x1="39610" y1="44681" x2="36039" y2="50638"/>
                        <a14:foregroundMark x1="36039" y1="50638" x2="33766" y2="58936"/>
                        <a14:foregroundMark x1="33766" y1="58936" x2="34253" y2="67660"/>
                        <a14:foregroundMark x1="34253" y1="67660" x2="36688" y2="73404"/>
                        <a14:foregroundMark x1="36688" y1="73404" x2="40260" y2="75319"/>
                        <a14:foregroundMark x1="40260" y1="75319" x2="44318" y2="74043"/>
                        <a14:foregroundMark x1="44318" y1="74043" x2="44318" y2="74043"/>
                        <a14:backgroundMark x1="44481" y1="41489" x2="47727" y2="38085"/>
                        <a14:backgroundMark x1="47727" y1="38085" x2="49513" y2="33617"/>
                        <a14:backgroundMark x1="49513" y1="33617" x2="49513" y2="32766"/>
                        <a14:backgroundMark x1="60552" y1="38511" x2="57468" y2="41489"/>
                        <a14:backgroundMark x1="57468" y1="41489" x2="57630" y2="46383"/>
                        <a14:backgroundMark x1="57630" y1="46383" x2="58766" y2="47234"/>
                      </a14:backgroundRemoval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759" t="26828" r="35612" b="21547"/>
          <a:stretch>
            <a:fillRect/>
          </a:stretch>
        </p:blipFill>
        <p:spPr>
          <a:xfrm rot="5400000" flipH="1">
            <a:off x="6476085" y="1674260"/>
            <a:ext cx="4438528" cy="51986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6FBD79-55CF-6F31-0CEC-C5288853D5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096" t="45784" r="30090" b="24701"/>
          <a:stretch>
            <a:fillRect/>
          </a:stretch>
        </p:blipFill>
        <p:spPr>
          <a:xfrm>
            <a:off x="1036173" y="2054345"/>
            <a:ext cx="4457699" cy="4438529"/>
          </a:xfrm>
          <a:prstGeom prst="rect">
            <a:avLst/>
          </a:prstGeom>
        </p:spPr>
      </p:pic>
      <p:sp>
        <p:nvSpPr>
          <p:cNvPr id="5" name="Parallelogram 4">
            <a:extLst>
              <a:ext uri="{FF2B5EF4-FFF2-40B4-BE49-F238E27FC236}">
                <a16:creationId xmlns:a16="http://schemas.microsoft.com/office/drawing/2014/main" id="{F9F7A69D-33C5-47C1-9358-DDE4A6B4D043}"/>
              </a:ext>
            </a:extLst>
          </p:cNvPr>
          <p:cNvSpPr/>
          <p:nvPr/>
        </p:nvSpPr>
        <p:spPr>
          <a:xfrm rot="573354" flipH="1">
            <a:off x="7265364" y="2419897"/>
            <a:ext cx="552169" cy="3941706"/>
          </a:xfrm>
          <a:prstGeom prst="parallelogram">
            <a:avLst/>
          </a:prstGeom>
          <a:solidFill>
            <a:srgbClr val="FFC000">
              <a:alpha val="2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4CD1F9A7-89FA-2D91-A211-2BECC21E643C}"/>
              </a:ext>
            </a:extLst>
          </p:cNvPr>
          <p:cNvSpPr/>
          <p:nvPr/>
        </p:nvSpPr>
        <p:spPr>
          <a:xfrm rot="573354" flipH="1">
            <a:off x="8009841" y="2301558"/>
            <a:ext cx="552169" cy="4114160"/>
          </a:xfrm>
          <a:prstGeom prst="parallelogram">
            <a:avLst/>
          </a:prstGeom>
          <a:solidFill>
            <a:srgbClr val="FFC000">
              <a:alpha val="2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5EA23DDB-3A4E-110E-75E0-F99C4971C365}"/>
              </a:ext>
            </a:extLst>
          </p:cNvPr>
          <p:cNvSpPr/>
          <p:nvPr/>
        </p:nvSpPr>
        <p:spPr>
          <a:xfrm rot="819698" flipH="1">
            <a:off x="8908519" y="3246249"/>
            <a:ext cx="552169" cy="1258981"/>
          </a:xfrm>
          <a:prstGeom prst="parallelogram">
            <a:avLst/>
          </a:prstGeom>
          <a:solidFill>
            <a:srgbClr val="FFC000">
              <a:alpha val="2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EA4CBAAD-A2F4-0764-FA0A-D5A282701DBB}"/>
              </a:ext>
            </a:extLst>
          </p:cNvPr>
          <p:cNvSpPr/>
          <p:nvPr/>
        </p:nvSpPr>
        <p:spPr>
          <a:xfrm rot="573354" flipH="1">
            <a:off x="1634710" y="2426476"/>
            <a:ext cx="520647" cy="3370296"/>
          </a:xfrm>
          <a:prstGeom prst="parallelogram">
            <a:avLst/>
          </a:prstGeom>
          <a:solidFill>
            <a:srgbClr val="FFC000">
              <a:alpha val="2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EC8F3A68-6A01-F064-B8C9-3BB760C5BD5A}"/>
              </a:ext>
            </a:extLst>
          </p:cNvPr>
          <p:cNvSpPr/>
          <p:nvPr/>
        </p:nvSpPr>
        <p:spPr>
          <a:xfrm rot="573354" flipH="1">
            <a:off x="2381262" y="2308311"/>
            <a:ext cx="520647" cy="3517750"/>
          </a:xfrm>
          <a:prstGeom prst="parallelogram">
            <a:avLst/>
          </a:prstGeom>
          <a:solidFill>
            <a:srgbClr val="FFC000">
              <a:alpha val="2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59C5FF5C-BED5-AB84-F0EF-54EC554CD9D8}"/>
              </a:ext>
            </a:extLst>
          </p:cNvPr>
          <p:cNvSpPr/>
          <p:nvPr/>
        </p:nvSpPr>
        <p:spPr>
          <a:xfrm rot="819698" flipH="1">
            <a:off x="3251761" y="3252552"/>
            <a:ext cx="520647" cy="1076473"/>
          </a:xfrm>
          <a:prstGeom prst="parallelogram">
            <a:avLst/>
          </a:prstGeom>
          <a:solidFill>
            <a:srgbClr val="FFC000">
              <a:alpha val="2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762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9A932-A19F-BBDE-66EC-C546F394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4 #20 MBRT 4hrs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36C435-7FBE-716E-0DF1-20797D1145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3239" b="73464" l="39279" r="66051">
                        <a14:foregroundMark x1="51948" y1="71915" x2="55032" y2="67234"/>
                        <a14:foregroundMark x1="55032" y1="67234" x2="62013" y2="66596"/>
                        <a14:foregroundMark x1="62013" y1="66596" x2="65422" y2="62128"/>
                        <a14:foregroundMark x1="65422" y1="62128" x2="65584" y2="61915"/>
                        <a14:foregroundMark x1="61851" y1="40000" x2="61364" y2="36383"/>
                        <a14:foregroundMark x1="40584" y1="40426" x2="40422" y2="44894"/>
                        <a14:foregroundMark x1="41558" y1="62340" x2="42532" y2="653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5933" t="16961" r="30602" b="20258"/>
          <a:stretch>
            <a:fillRect/>
          </a:stretch>
        </p:blipFill>
        <p:spPr>
          <a:xfrm rot="5400000" flipH="1">
            <a:off x="7244351" y="1472402"/>
            <a:ext cx="3658129" cy="52361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8DF126E-8B1D-F9F7-8055-5D99BEF821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990" t="43336" r="5595" b="32488"/>
          <a:stretch>
            <a:fillRect/>
          </a:stretch>
        </p:blipFill>
        <p:spPr>
          <a:xfrm>
            <a:off x="953770" y="2492415"/>
            <a:ext cx="5236143" cy="2958781"/>
          </a:xfrm>
          <a:prstGeom prst="rect">
            <a:avLst/>
          </a:prstGeom>
        </p:spPr>
      </p:pic>
      <p:sp>
        <p:nvSpPr>
          <p:cNvPr id="5" name="Parallelogram 4">
            <a:extLst>
              <a:ext uri="{FF2B5EF4-FFF2-40B4-BE49-F238E27FC236}">
                <a16:creationId xmlns:a16="http://schemas.microsoft.com/office/drawing/2014/main" id="{FE5F18F3-26C3-5F9C-0FC1-E9F3C4221BE7}"/>
              </a:ext>
            </a:extLst>
          </p:cNvPr>
          <p:cNvSpPr/>
          <p:nvPr/>
        </p:nvSpPr>
        <p:spPr>
          <a:xfrm rot="1810767" flipH="1">
            <a:off x="7903838" y="2244954"/>
            <a:ext cx="479965" cy="3181771"/>
          </a:xfrm>
          <a:prstGeom prst="parallelogram">
            <a:avLst/>
          </a:prstGeom>
          <a:solidFill>
            <a:srgbClr val="FFC000">
              <a:alpha val="2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CE38B4AC-9DB5-3177-DF91-49B2D2717545}"/>
              </a:ext>
            </a:extLst>
          </p:cNvPr>
          <p:cNvSpPr/>
          <p:nvPr/>
        </p:nvSpPr>
        <p:spPr>
          <a:xfrm rot="1692647" flipH="1">
            <a:off x="8566120" y="2601869"/>
            <a:ext cx="479965" cy="2866140"/>
          </a:xfrm>
          <a:prstGeom prst="parallelogram">
            <a:avLst/>
          </a:prstGeom>
          <a:solidFill>
            <a:srgbClr val="FFC000">
              <a:alpha val="2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EF792A07-C210-2270-A976-BC3F6B01E4D5}"/>
              </a:ext>
            </a:extLst>
          </p:cNvPr>
          <p:cNvSpPr/>
          <p:nvPr/>
        </p:nvSpPr>
        <p:spPr>
          <a:xfrm rot="1940396" flipH="1">
            <a:off x="9371722" y="2297874"/>
            <a:ext cx="479965" cy="3382708"/>
          </a:xfrm>
          <a:prstGeom prst="parallelogram">
            <a:avLst/>
          </a:prstGeom>
          <a:solidFill>
            <a:srgbClr val="FFC000">
              <a:alpha val="2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607574DA-3679-CA34-987F-B5B084587621}"/>
              </a:ext>
            </a:extLst>
          </p:cNvPr>
          <p:cNvSpPr/>
          <p:nvPr/>
        </p:nvSpPr>
        <p:spPr>
          <a:xfrm rot="2007945" flipH="1">
            <a:off x="9752945" y="3208121"/>
            <a:ext cx="479965" cy="2608873"/>
          </a:xfrm>
          <a:prstGeom prst="parallelogram">
            <a:avLst/>
          </a:prstGeom>
          <a:solidFill>
            <a:srgbClr val="FFC000">
              <a:alpha val="2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8E06B337-7565-E5B0-9C55-575E098C12FE}"/>
              </a:ext>
            </a:extLst>
          </p:cNvPr>
          <p:cNvSpPr/>
          <p:nvPr/>
        </p:nvSpPr>
        <p:spPr>
          <a:xfrm rot="1810767" flipH="1">
            <a:off x="7334965" y="2456668"/>
            <a:ext cx="479965" cy="2350957"/>
          </a:xfrm>
          <a:prstGeom prst="parallelogram">
            <a:avLst/>
          </a:prstGeom>
          <a:solidFill>
            <a:srgbClr val="FFC000">
              <a:alpha val="2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E3E34877-379F-FD75-B15A-1E4ED51BD65F}"/>
              </a:ext>
            </a:extLst>
          </p:cNvPr>
          <p:cNvSpPr/>
          <p:nvPr/>
        </p:nvSpPr>
        <p:spPr>
          <a:xfrm rot="1488418" flipH="1">
            <a:off x="2285178" y="2007858"/>
            <a:ext cx="479965" cy="3181771"/>
          </a:xfrm>
          <a:prstGeom prst="parallelogram">
            <a:avLst/>
          </a:prstGeom>
          <a:solidFill>
            <a:srgbClr val="FFC000">
              <a:alpha val="2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A3111DBE-F000-CDFF-7999-2216017DBDBC}"/>
              </a:ext>
            </a:extLst>
          </p:cNvPr>
          <p:cNvSpPr/>
          <p:nvPr/>
        </p:nvSpPr>
        <p:spPr>
          <a:xfrm rot="1370298" flipH="1">
            <a:off x="2947460" y="2364773"/>
            <a:ext cx="479965" cy="2866140"/>
          </a:xfrm>
          <a:prstGeom prst="parallelogram">
            <a:avLst/>
          </a:prstGeom>
          <a:solidFill>
            <a:srgbClr val="FFC000">
              <a:alpha val="2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7A32D0E3-D0AD-277D-1371-AE899891F339}"/>
              </a:ext>
            </a:extLst>
          </p:cNvPr>
          <p:cNvSpPr/>
          <p:nvPr/>
        </p:nvSpPr>
        <p:spPr>
          <a:xfrm rot="1618047" flipH="1">
            <a:off x="3753062" y="2060778"/>
            <a:ext cx="479965" cy="3382708"/>
          </a:xfrm>
          <a:prstGeom prst="parallelogram">
            <a:avLst/>
          </a:prstGeom>
          <a:solidFill>
            <a:srgbClr val="FFC000">
              <a:alpha val="2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806639BB-CC9B-05D8-668A-F1FBD546CCA0}"/>
              </a:ext>
            </a:extLst>
          </p:cNvPr>
          <p:cNvSpPr/>
          <p:nvPr/>
        </p:nvSpPr>
        <p:spPr>
          <a:xfrm rot="1685596" flipH="1">
            <a:off x="4134285" y="2971025"/>
            <a:ext cx="479965" cy="2608873"/>
          </a:xfrm>
          <a:prstGeom prst="parallelogram">
            <a:avLst/>
          </a:prstGeom>
          <a:solidFill>
            <a:srgbClr val="FFC000">
              <a:alpha val="2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C5B03207-2D81-DC57-D458-D183146312F0}"/>
              </a:ext>
            </a:extLst>
          </p:cNvPr>
          <p:cNvSpPr/>
          <p:nvPr/>
        </p:nvSpPr>
        <p:spPr>
          <a:xfrm rot="1488418" flipH="1">
            <a:off x="1716305" y="2219572"/>
            <a:ext cx="479965" cy="2350957"/>
          </a:xfrm>
          <a:prstGeom prst="parallelogram">
            <a:avLst/>
          </a:prstGeom>
          <a:solidFill>
            <a:srgbClr val="FFC000">
              <a:alpha val="2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387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90794cc-8ced-4156-9787-a1fbf819c752}" enabled="1" method="Standard" siteId="{a25fff9c-3f63-4fb2-9a8a-d9bdd0321f9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33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CosMX Run 2- γH2AX + FOVs</vt:lpstr>
      <vt:lpstr>Slide 1 #34 MBRT 2d</vt:lpstr>
      <vt:lpstr>Slide 2 #35 MBRT 2d</vt:lpstr>
      <vt:lpstr>Slide 3 #19 MBRT 4hrs</vt:lpstr>
      <vt:lpstr>Slide 4 #20 MBRT 4hrs</vt:lpstr>
    </vt:vector>
  </TitlesOfParts>
  <Company>Mayo Clinic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Fazzari, Jennifer M., Ph.D.</dc:creator>
  <cp:lastModifiedBy>Fazzari, Jennifer M., Ph.D.</cp:lastModifiedBy>
  <cp:revision>3</cp:revision>
  <dcterms:created xsi:type="dcterms:W3CDTF">2026-04-01T01:23:22Z</dcterms:created>
  <dcterms:modified xsi:type="dcterms:W3CDTF">2026-04-28T03:34:25Z</dcterms:modified>
</cp:coreProperties>
</file>